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Mortality Rate (%)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Before AI</c:v>
                </c:pt>
                <c:pt idx="1">
                  <c:v>After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DD-4478-B5C7-94970CDB7B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37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summarizes the implementation, benefits, challenges, and ethical implications of AI-based sepsis detection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Sepsis progresses rapidly. Early detection dramatically improves survival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AI continuously analyzes patient data and assigns risk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Implementation required workflow integration and clinician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Studies show earlier intervention reduces complications and hospital stays.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Alert fatigue and transparency are major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Ethical frameworks help evaluate fairness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Both positive and negative societal consequences must be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Healthcare AI will likely become more transparent and personalized.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Responsible AI implementation ensures long-term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08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2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12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8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4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9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0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5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2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7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9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9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465" y="2463301"/>
            <a:ext cx="3355866" cy="2295228"/>
          </a:xfrm>
        </p:spPr>
        <p:txBody>
          <a:bodyPr>
            <a:normAutofit fontScale="90000"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 In-Depth Case Study Analysis of the Abuse of AI in Early Sepsis Detection</a:t>
            </a:r>
            <a:endParaRPr lang="en-US" sz="3200" b="1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035657-DAB7-4E67-8DA5-16C3593FD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512" y="3212967"/>
            <a:ext cx="4832297" cy="336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44BFB98-9311-4D87-A215-E36C723C6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309" y="1755648"/>
            <a:ext cx="3301808" cy="141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03EE20E-361A-44D0-B8EB-F75C5F5AD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190" y="560480"/>
            <a:ext cx="2451267" cy="163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992" y="2218944"/>
            <a:ext cx="4006066" cy="2595932"/>
          </a:xfrm>
        </p:spPr>
        <p:txBody>
          <a:bodyPr>
            <a:normAutofit/>
          </a:bodyPr>
          <a:lstStyle/>
          <a:p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What is Sepsis?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Silent Killer: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Sepsis is an extreme immune overreaction to infection that attacks the body’s own organs.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Time Factor: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Every hour treatment is delayed, the risk of death increases by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4% to 8%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Diagnostic Gap: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Early symptoms are mundane (fever, fatigue) and easy to miss in busy hospital environments.</a:t>
            </a:r>
            <a:r>
              <a:rPr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High mortality if untreated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AI 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Learning: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is trained on millions of historical patient records to identify patterns that precede a sepsis diagnosis.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Personalization: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Unlike traditional alarms, AI evaluates patients against their own personal physiological baselines.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Silent Sentinel: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Algorithms run in the background, constantly calculating risk scores and alerting clinicians only when thresholds are crossed.</a:t>
            </a:r>
            <a:endParaRPr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210" y="2349924"/>
            <a:ext cx="3297806" cy="2464952"/>
          </a:xfrm>
        </p:spPr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Integrity: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Hospital data is often "messy," full of gaps, and not originally designed for AI analysis.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Threshold Dilemma: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Threshold: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Leads to "alert fatigue," where nurses ignore warnings due to constant false positives.</a:t>
            </a:r>
          </a:p>
          <a:p>
            <a:pPr lvl="1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Threshold: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Increases specificity but risks missing deteriorating patients entirely.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Continuous feedback loops between clinicians and developers to build trust and accuracy.</a:t>
            </a:r>
            <a:endParaRPr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Intervention: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Catching sepsis early allows for antibiotics and fluids to start hours sooner, which significantly improves survival odds and reduces long-term complications like organ damage.</a:t>
            </a:r>
            <a:endParaRPr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Cognitive Load: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AI acts as an extra pair of "tired eyes that never get tired," helping clinicians prioritize patients and reducing the chronic stress of constant vigilance.</a:t>
            </a:r>
          </a:p>
          <a:p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Efficiency:</a:t>
            </a:r>
            <a:r>
              <a:rPr lang="en-US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Early detection leads to shorter hospital stays and less time on ventilators, freeing up critical bed capacity and lowering the cost of care.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Messy Data: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Hospital data is often inconsistent, full of gaps, and collected for billing rather than clean machine learning analysis.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 Fatigue: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the alert threshold is set too low, the system produces frequent false positives, leading nurses to ignore or mute warnings.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vs. Specificity: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Finding the "sweet spot" to ensure the system catches real deterioration without generating excessive noise is an ongoing struggle.</a:t>
            </a:r>
            <a:endParaRPr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2349924"/>
            <a:ext cx="3325538" cy="2464952"/>
          </a:xfrm>
        </p:spPr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Algorithmic Bias: Because AI is a reflection of its training data, if historical data lacks diversity, the algorithm may perform poorly for Black or Hispanic patients, baking past inequities into future care.</a:t>
            </a:r>
          </a:p>
          <a:p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"Black Box" Problem: Some powerful models are too complex for creators to explain, making it difficult for physicians to provide a defensible medical rationale to families for life-or-death decisions.</a:t>
            </a:r>
          </a:p>
          <a:p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and Autonomy: The system must be viewed as a "partnership" rather than a replacement for clinical judgment to avoid eroding the expertise of human healers.</a:t>
            </a:r>
            <a:endParaRPr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49924"/>
            <a:ext cx="3362114" cy="2464952"/>
          </a:xfrm>
        </p:spPr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Widening Health Disparities: The high cost of implementing and maintaining these systems could create a "digital divide," where well-funded academic centers offer a higher safety net than rural or safety-net hospitals.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Human-Centered Care: On a positive note, when clinicians trust the AI to monitor physiological data, they can focus more on the human aspects of care, such as providing comfort and talking with families.</a:t>
            </a:r>
          </a:p>
          <a:p>
            <a:r>
              <a:rPr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Access inequality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AI (XAI): There is a growing research trend toward creating models that provide a human-understandable rationale for their alerts (e.g., explaining that an alert was triggered by a specific drop in blood pressure and rising lactate levels).</a:t>
            </a:r>
          </a:p>
          <a:p>
            <a:r>
              <a:rPr lang="en-US"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of Unstructured Data: Future systems aim to better incorporate "heterogeneous" data, such as a nurse's qualitative notes about a patient's confusion.</a:t>
            </a:r>
          </a:p>
          <a:p>
            <a:r>
              <a:rPr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Wearables</a:t>
            </a:r>
          </a:p>
          <a:p>
            <a:r>
              <a:rPr sz="1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Personalized medicine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5CB295D-3603-4105-B7B2-A4EBE62FC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63" y="5101968"/>
            <a:ext cx="2301475" cy="1535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2A7C97BB-F371-4D15-B2CF-0C8747C69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752" y="88762"/>
            <a:ext cx="1978461" cy="1428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274" y="2349924"/>
            <a:ext cx="3913632" cy="2464952"/>
          </a:xfrm>
        </p:spPr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Augmentation, Not Replacement: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should act as a digital watchdog that "whispers" to clinicians, rather than a replacement for human judgment.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Moral Imperative: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AI wisely requires regular fairness audits and a c</a:t>
            </a:r>
          </a:p>
          <a:p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give every patient a fighting chance through a partnership of human empathy and machine vigilance.</a:t>
            </a:r>
            <a:endParaRPr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154" y="2349924"/>
            <a:ext cx="3541646" cy="2464952"/>
          </a:xfrm>
        </p:spPr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Example Impact: Mortality Reduction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738451"/>
              </p:ext>
            </p:extLst>
          </p:nvPr>
        </p:nvGraphicFramePr>
        <p:xfrm>
          <a:off x="4114800" y="1473693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307</TotalTime>
  <Words>822</Words>
  <Application>Microsoft Office PowerPoint</Application>
  <PresentationFormat>On-screen Show (4:3)</PresentationFormat>
  <Paragraphs>51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Rockwell</vt:lpstr>
      <vt:lpstr>Wingdings</vt:lpstr>
      <vt:lpstr>Atlas</vt:lpstr>
      <vt:lpstr>An In-Depth Case Study Analysis of the Abuse of AI in Early Sepsis Detection</vt:lpstr>
      <vt:lpstr>What is Sepsis?</vt:lpstr>
      <vt:lpstr>AI Technology Used</vt:lpstr>
      <vt:lpstr>Implementation</vt:lpstr>
      <vt:lpstr>Benefits</vt:lpstr>
      <vt:lpstr>Challenges</vt:lpstr>
      <vt:lpstr>Ethical Considerations</vt:lpstr>
      <vt:lpstr>Societal Impact</vt:lpstr>
      <vt:lpstr>Future Trends</vt:lpstr>
      <vt:lpstr>Conclusion</vt:lpstr>
      <vt:lpstr>Example Impact: Mortality Reduction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Healthcare: Sepsis Detection</dc:title>
  <dc:subject/>
  <dc:creator/>
  <cp:keywords/>
  <dc:description>generated using python-pptx</dc:description>
  <cp:lastModifiedBy>Erwin</cp:lastModifiedBy>
  <cp:revision>7</cp:revision>
  <dcterms:created xsi:type="dcterms:W3CDTF">2013-01-27T09:14:16Z</dcterms:created>
  <dcterms:modified xsi:type="dcterms:W3CDTF">2026-03-06T02:22:23Z</dcterms:modified>
  <cp:category/>
</cp:coreProperties>
</file>